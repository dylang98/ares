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ARES — PRUEBA SINTÉTICA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Artefacto técnico, no una conclusión de inversión ni una ejecución real de especialistas.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